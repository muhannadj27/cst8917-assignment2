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yourself and the course before moving to slide 2. See presentation/video-script.md section 1 for the full spoken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rules implemented twice — this is the constant across both versions; everything that follows compares HOW each platform expresses these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 to a live demo here: submit a &gt;=$100 expense via test-durable.http, show the statusQueryGetUri response, POST the manager decision, then poll status and show runtimeStatus: Completed. Full run-by-scenario results are in DEPLOYMENT_EVIDENCE.md. See presentation/video-script.md section 2 for the full talk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 to a live demo here: Azure Portal run history for expense-approval-logic-62838 (6 runs, mixed Succeeded/Failed), expand the timeout run to show TimedOut + the escalation branch still Succeeded, then show Service Bus subscription message counts and the real emails received. Full run-by-scenario mapping is in DEPLOYMENT_EVIDENCE.md. See presentation/video-script.md section 3 for the full talk track, including the Failed-on-timeout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six-dimension write-up (874 words) is in the repo README.md. This table is the visual summary for the talk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263-word recommendation is in README.md — this slide is the condensed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presentation/video-script.md section 6 for the full talk track — speak this in your own words rather than reading the bullets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B264F"/>
                </a:solidFill>
              </a:rPr>
              <a:t>Expense Approval Workflow</a:t>
            </a:r>
          </a:p>
          <a:p>
            <a:r>
              <a:rPr sz="2600">
                <a:solidFill>
                  <a:srgbClr val="2E86DE"/>
                </a:solidFill>
              </a:rPr>
              <a:t>Durable Functions vs. Logic Apps + Service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A4A4A"/>
                </a:solidFill>
              </a:rPr>
              <a:t>Muhannad Jaber (riya0009)  |  CST8917 — Serverless Applications  |  Assignment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64F"/>
                </a:solidFill>
              </a:rPr>
              <a:t>1. The Workflow &amp; Business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Input: employee name, email, amount, category, description, manager email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Validation: all fields required; category ∈ {travel, meals, supplies, equipment, software, other}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Auto-approve: amount &lt; $100 → approved immediately, no manager involved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Manager approval: amount ≥ $100 → system waits for a decision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Timeout: no manager response in time → auto-approved + flagged "escalated"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Notification: employee is emailed the final outcome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64F"/>
                </a:solidFill>
              </a:rPr>
              <a:t>2. Version A — Durable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A4A4A"/>
                </a:solidFill>
              </a:rPr>
              <a:t>Code-first orchestration (Python v2 model)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submit_expense (HTTP) starts expense_orchestrator, returns status-check URLs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Orchestrator chains: validate_expense → auto_approve OR manager wait → send_notification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Human Interaction pattern: context.task_any([wait_for_external_event, create_timer])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manager_decision (HTTP) raises the "ManagerDecision" external event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Design decision: 5-min timeout for demo purposes; swap for hours/days in prod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Design decision: real email via Azure Communication Services, not a mocked notification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Deployed and live — all 6 scenarios passing against real Azure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64F"/>
                </a:solidFill>
              </a:rPr>
              <a:t>3. Version B — Logic Apps + Service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A4A4A"/>
                </a:solidFill>
              </a:rPr>
              <a:t>Visual/declarative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Service Bus queue "expense-requests" → Logic App trigger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Logic App calls an Azure Function (validate_expense) for validation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Branch on amount; ≥$100 uses an HttpWebhook action to wait for manager decision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Design decision: HttpWebhook chosen over "Send approval email" — it supports a real timeout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Design decision: Azure Communication Services Email over Office 365 — no OAuth, fully CLI-deployable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Outcomes published to Service Bus topic "expense-outcomes" with 4 filtered subscriptions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Deployed and live — all 6 scenarios passing against real Azure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64F"/>
                </a:solidFill>
              </a:rPr>
              <a:t>4. Comparison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43400"/>
                <a:gridCol w="434340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Durable Functions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Logic Apps + Service Bus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Dev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Plain Python, real stack 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Visual/JSON, verbose branch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Testability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Unit-testable activities/orchestrator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Needs live deployment to verify wiring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Error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try/except + RetryOptions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runAfter status branching + retry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Human interaction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First-class wait_for_external_event + timer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Repurposed HttpWebhook action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App Insights + custom status (assembled)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Built-in visual run trace (at a glance)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Cost @ 10k/day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~$5-10/month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4A4A"/>
                          </a:solidFill>
                        </a:defRPr>
                      </a:pPr>
                      <a:r>
                        <a:t>~$260-340/month (Service Bus + per-action billing)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64F"/>
                </a:solidFill>
              </a:rPr>
              <a:t>5.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Production default: Azure Durable Functions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First-class Human Interaction pattern — exactly what this workflow needs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Unit-testable without deploying anything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Cost scales sub-linearly (Consumption plan free-execution bundle)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~$5-10/mo vs. ~$260-340/mo at 10,000 expenses/day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Choose Logic Apps + Service Bus instead when: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Team is integration/no-code first, or non-developers must read/edit the logic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Volume is low (&lt;~1,000 events/day) and connector breadth matters more than raw cost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Visual run history for non-technical stakeholders is a hard requirement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64F"/>
                </a:solidFill>
              </a:rPr>
              <a:t>6.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Testability matters more in practice than expected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Two real bugs in Version A only surfaced by deploying and running all 6 scenarios live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Missing-email validation error crashed the notification step; manager decision arrived as a JSON string, not a dict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Logic Apps' Failed-on-timeout behavior was a genuine surprise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A successfully-handled TimedOut action still marks the whole run Failed at the top level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Logic Apps needs real infrastructure ceremony before any business logic runs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4A4A4A"/>
                </a:solidFill>
              </a:rPr>
              <a:t>– API connections, connection resources, ARM wiring — vs. Durable Functions: just a Function App and code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A4A4A"/>
                </a:solidFill>
              </a:rPr>
              <a:t>• Next time: build a crude integration-test harness for the Logic Apps version from day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